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112EF0F9-FED3-47E9-91AD-EC6942E05892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701F3C7-5EB5-4500-82F2-885F652FF14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DBFDE15-783D-407A-A683-8AEC9435031D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1F3C7-5EB5-4500-82F2-885F652FF14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FDE15-783D-407A-A683-8AEC9435031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1F3C7-5EB5-4500-82F2-885F652FF14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FDE15-783D-407A-A683-8AEC9435031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1F3C7-5EB5-4500-82F2-885F652FF14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FDE15-783D-407A-A683-8AEC943503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1F3C7-5EB5-4500-82F2-885F652FF14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FDE15-783D-407A-A683-8AEC9435031D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1F3C7-5EB5-4500-82F2-885F652FF14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FDE15-783D-407A-A683-8AEC9435031D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1F3C7-5EB5-4500-82F2-885F652FF14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FDE15-783D-407A-A683-8AEC943503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1F3C7-5EB5-4500-82F2-885F652FF14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FDE15-783D-407A-A683-8AEC943503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1F3C7-5EB5-4500-82F2-885F652FF14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FDE15-783D-407A-A683-8AEC943503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1F3C7-5EB5-4500-82F2-885F652FF14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FDE15-783D-407A-A683-8AEC9435031D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1F3C7-5EB5-4500-82F2-885F652FF14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FDE15-783D-407A-A683-8AEC9435031D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1F3C7-5EB5-4500-82F2-885F652FF14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FDE15-783D-407A-A683-8AEC94350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933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B701F3C7-5EB5-4500-82F2-885F652FF14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DBFDE15-783D-407A-A683-8AEC9435031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2209800"/>
            <a:ext cx="8305800" cy="1051131"/>
          </a:xfrm>
        </p:spPr>
        <p:txBody>
          <a:bodyPr/>
          <a:lstStyle/>
          <a:p>
            <a:r>
              <a:rPr lang="en-US" sz="4800" dirty="0" smtClean="0"/>
              <a:t/>
            </a:r>
            <a:br>
              <a:rPr lang="en-US" sz="4800" dirty="0" smtClean="0"/>
            </a:br>
            <a:r>
              <a:rPr lang="en-US" sz="4400" b="1" dirty="0" smtClean="0">
                <a:solidFill>
                  <a:srgbClr val="FFFF00"/>
                </a:solidFill>
              </a:rPr>
              <a:t>Micro Project Lab Presentation</a:t>
            </a:r>
            <a:endParaRPr lang="en-US" sz="4800" b="1" dirty="0">
              <a:solidFill>
                <a:srgbClr val="FFFF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8471" y="3657600"/>
            <a:ext cx="6400800" cy="2590800"/>
          </a:xfrm>
        </p:spPr>
        <p:txBody>
          <a:bodyPr>
            <a:noAutofit/>
          </a:bodyPr>
          <a:lstStyle/>
          <a:p>
            <a:r>
              <a:rPr lang="en-US" sz="2000" b="1" dirty="0" smtClean="0">
                <a:solidFill>
                  <a:srgbClr val="FFFF00"/>
                </a:solidFill>
              </a:rPr>
              <a:t>Course </a:t>
            </a:r>
            <a:r>
              <a:rPr lang="en-US" sz="2000" b="1" dirty="0" smtClean="0">
                <a:solidFill>
                  <a:srgbClr val="FFFF00"/>
                </a:solidFill>
              </a:rPr>
              <a:t>Code: P23MCP204</a:t>
            </a:r>
          </a:p>
          <a:p>
            <a:r>
              <a:rPr lang="en-US" sz="2000" dirty="0" smtClean="0"/>
              <a:t>Team Name: [Your Team Name]</a:t>
            </a:r>
          </a:p>
          <a:p>
            <a:endParaRPr lang="en-US" sz="2000" dirty="0" smtClean="0"/>
          </a:p>
          <a:p>
            <a:pPr algn="l"/>
            <a:r>
              <a:rPr lang="en-US" sz="2000" dirty="0" smtClean="0"/>
              <a:t>Team Member 1: [Name]</a:t>
            </a:r>
          </a:p>
          <a:p>
            <a:pPr algn="l"/>
            <a:r>
              <a:rPr lang="en-US" sz="2000" dirty="0" smtClean="0"/>
              <a:t>Reg. No.: </a:t>
            </a:r>
          </a:p>
          <a:p>
            <a:pPr algn="l"/>
            <a:r>
              <a:rPr lang="en-US" sz="2000" dirty="0" smtClean="0"/>
              <a:t>Team Member 2: [Name]</a:t>
            </a:r>
          </a:p>
          <a:p>
            <a:pPr algn="l"/>
            <a:r>
              <a:rPr lang="en-US" sz="2000" dirty="0" smtClean="0"/>
              <a:t>Reg. No.: </a:t>
            </a:r>
          </a:p>
          <a:p>
            <a:endParaRPr lang="en-US" sz="1600" dirty="0" smtClean="0"/>
          </a:p>
          <a:p>
            <a:endParaRPr lang="en-US" sz="1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457200"/>
            <a:ext cx="6153150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04800" y="1419225"/>
            <a:ext cx="838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n w="3175">
                  <a:solidFill>
                    <a:schemeClr val="tx1">
                      <a:alpha val="65000"/>
                    </a:schemeClr>
                  </a:solidFill>
                </a:ln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  <a:latin typeface="+mj-lt"/>
                <a:ea typeface="+mj-ea"/>
                <a:cs typeface="+mj-cs"/>
              </a:rPr>
              <a:t>Department of </a:t>
            </a:r>
            <a:r>
              <a:rPr lang="en-US" sz="4800" dirty="0" smtClean="0">
                <a:ln w="3175">
                  <a:solidFill>
                    <a:schemeClr val="tx1">
                      <a:alpha val="65000"/>
                    </a:schemeClr>
                  </a:solidFill>
                </a:ln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  <a:latin typeface="+mj-lt"/>
                <a:ea typeface="+mj-ea"/>
                <a:cs typeface="+mj-cs"/>
              </a:rPr>
              <a:t>MCA</a:t>
            </a:r>
            <a:endParaRPr lang="en-US" sz="4800" dirty="0">
              <a:ln w="3175">
                <a:solidFill>
                  <a:schemeClr val="tx1">
                    <a:alpha val="65000"/>
                  </a:schemeClr>
                </a:solidFill>
              </a:ln>
              <a:effectLst>
                <a:outerShdw blurRad="25400" dist="12700" dir="14220000" rotWithShape="0">
                  <a:prstClr val="black">
                    <a:alpha val="50000"/>
                  </a:prstClr>
                </a:outerShdw>
              </a:effectLst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65179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Agenda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Introduction &amp; Problem Statement</a:t>
            </a:r>
          </a:p>
          <a:p>
            <a:r>
              <a:rPr lang="en-US" dirty="0" smtClean="0"/>
              <a:t>Objectives &amp; Scope</a:t>
            </a:r>
          </a:p>
          <a:p>
            <a:r>
              <a:rPr lang="en-US" dirty="0" smtClean="0"/>
              <a:t>Literature Review</a:t>
            </a:r>
          </a:p>
          <a:p>
            <a:r>
              <a:rPr lang="en-US" dirty="0" smtClean="0"/>
              <a:t>Methodology &amp; Tools</a:t>
            </a:r>
          </a:p>
          <a:p>
            <a:r>
              <a:rPr lang="en-US" dirty="0" smtClean="0"/>
              <a:t>System Architecture</a:t>
            </a:r>
          </a:p>
          <a:p>
            <a:r>
              <a:rPr lang="en-US" dirty="0" smtClean="0"/>
              <a:t>Implementation Details</a:t>
            </a:r>
          </a:p>
          <a:p>
            <a:r>
              <a:rPr lang="en-US" dirty="0" smtClean="0"/>
              <a:t>Results &amp; Testing</a:t>
            </a:r>
          </a:p>
          <a:p>
            <a:r>
              <a:rPr lang="en-US" dirty="0" smtClean="0"/>
              <a:t>Challenges &amp; Conclusion</a:t>
            </a:r>
          </a:p>
          <a:p>
            <a:r>
              <a:rPr lang="en-US" smtClean="0"/>
              <a:t>References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421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Introduction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• Context: [Describe the domain]</a:t>
            </a:r>
          </a:p>
          <a:p>
            <a:pPr marL="0" indent="0">
              <a:buNone/>
            </a:pPr>
            <a:r>
              <a:rPr lang="en-US" dirty="0" smtClean="0"/>
              <a:t>• Problem: [What issue is addressed?]</a:t>
            </a:r>
          </a:p>
          <a:p>
            <a:pPr marL="0" indent="0">
              <a:buNone/>
            </a:pPr>
            <a:r>
              <a:rPr lang="en-US" dirty="0" smtClean="0"/>
              <a:t>• Solution: [Proposed micro-project]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577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Problem Statement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[Write a clear, concise problem description]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Significance:</a:t>
            </a:r>
          </a:p>
          <a:p>
            <a:pPr marL="0" indent="0">
              <a:buNone/>
            </a:pPr>
            <a:r>
              <a:rPr lang="en-US" dirty="0" smtClean="0"/>
              <a:t>• Saves time / Reduces errors / Provides insights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055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Objectives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1. [Objective 1]</a:t>
            </a:r>
          </a:p>
          <a:p>
            <a:pPr marL="0" indent="0">
              <a:buNone/>
            </a:pPr>
            <a:r>
              <a:rPr lang="en-US" dirty="0" smtClean="0"/>
              <a:t>2. [Objective 2]</a:t>
            </a:r>
          </a:p>
          <a:p>
            <a:pPr marL="0" indent="0">
              <a:buNone/>
            </a:pPr>
            <a:r>
              <a:rPr lang="en-US" dirty="0" smtClean="0"/>
              <a:t>3. [Objective 3]</a:t>
            </a:r>
          </a:p>
          <a:p>
            <a:pPr marL="0" indent="0">
              <a:buNone/>
            </a:pPr>
            <a:r>
              <a:rPr lang="en-US" dirty="0" smtClean="0"/>
              <a:t>4. [Objective 4]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866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Scope &amp; Limitations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In Scope:</a:t>
            </a:r>
          </a:p>
          <a:p>
            <a:pPr marL="0" indent="0">
              <a:buNone/>
            </a:pPr>
            <a:r>
              <a:rPr lang="en-US" dirty="0" smtClean="0"/>
              <a:t>• [Feature 1]</a:t>
            </a:r>
          </a:p>
          <a:p>
            <a:pPr marL="0" indent="0">
              <a:buNone/>
            </a:pPr>
            <a:r>
              <a:rPr lang="en-US" dirty="0" smtClean="0"/>
              <a:t>• [Feature 2]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Limitations:</a:t>
            </a:r>
          </a:p>
          <a:p>
            <a:pPr marL="0" indent="0">
              <a:buNone/>
            </a:pPr>
            <a:r>
              <a:rPr lang="en-US" dirty="0" smtClean="0"/>
              <a:t>• [Limitation 1]</a:t>
            </a:r>
          </a:p>
          <a:p>
            <a:pPr marL="0" indent="0">
              <a:buNone/>
            </a:pPr>
            <a:r>
              <a:rPr lang="en-US" dirty="0" smtClean="0"/>
              <a:t>• [Limitation 2]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256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Literature Review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• [Existing System 1] - Pros/Cons</a:t>
            </a:r>
          </a:p>
          <a:p>
            <a:pPr marL="0" indent="0">
              <a:buNone/>
            </a:pPr>
            <a:r>
              <a:rPr lang="en-US" dirty="0" smtClean="0"/>
              <a:t>• [Existing System 2] - Pros/Cons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Gap: [What's missing?]</a:t>
            </a:r>
          </a:p>
          <a:p>
            <a:pPr marL="0" indent="0">
              <a:buNone/>
            </a:pPr>
            <a:r>
              <a:rPr lang="en-US" dirty="0" smtClean="0"/>
              <a:t>Our Solution: [How we fill the gap]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177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Methodology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• Approach: [Agile/Waterfall/etc.]</a:t>
            </a:r>
          </a:p>
          <a:p>
            <a:pPr marL="0" indent="0">
              <a:buNone/>
            </a:pPr>
            <a:r>
              <a:rPr lang="en-US" dirty="0" smtClean="0"/>
              <a:t>• Planning ? Design ? Development ? Testing ? Deployment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45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Tools &amp; Technologies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• Frontend: [HTML/CSS/React/etc.]</a:t>
            </a:r>
          </a:p>
          <a:p>
            <a:pPr marL="0" indent="0">
              <a:buNone/>
            </a:pPr>
            <a:r>
              <a:rPr lang="en-US" dirty="0" smtClean="0"/>
              <a:t>• Backend: [Python/Java/Node.js/etc.]</a:t>
            </a:r>
          </a:p>
          <a:p>
            <a:pPr marL="0" indent="0">
              <a:buNone/>
            </a:pPr>
            <a:r>
              <a:rPr lang="en-US" dirty="0" smtClean="0"/>
              <a:t>• Database: [MySQL/</a:t>
            </a:r>
            <a:r>
              <a:rPr lang="en-US" dirty="0" err="1" smtClean="0"/>
              <a:t>MongoDB</a:t>
            </a:r>
            <a:r>
              <a:rPr lang="en-US" dirty="0" smtClean="0"/>
              <a:t>/etc.]</a:t>
            </a:r>
          </a:p>
          <a:p>
            <a:pPr marL="0" indent="0">
              <a:buNone/>
            </a:pPr>
            <a:r>
              <a:rPr lang="en-US" dirty="0" smtClean="0"/>
              <a:t>• Other: [</a:t>
            </a:r>
            <a:r>
              <a:rPr lang="en-US" dirty="0" err="1" smtClean="0"/>
              <a:t>Git</a:t>
            </a:r>
            <a:r>
              <a:rPr lang="en-US" dirty="0" smtClean="0"/>
              <a:t>/VS Code/Postman/etc.]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696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Architecture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[Insert Flowchart/Block Diagram here]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Modules:</a:t>
            </a:r>
          </a:p>
          <a:p>
            <a:pPr marL="0" indent="0">
              <a:buNone/>
            </a:pPr>
            <a:r>
              <a:rPr lang="en-US" dirty="0" smtClean="0"/>
              <a:t>• Module 1: [Description]</a:t>
            </a:r>
          </a:p>
          <a:p>
            <a:pPr marL="0" indent="0">
              <a:buNone/>
            </a:pPr>
            <a:r>
              <a:rPr lang="en-US" dirty="0" smtClean="0"/>
              <a:t>• Module 2: [Description]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157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Database Design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• ER Diagram: [Insert image]</a:t>
            </a:r>
          </a:p>
          <a:p>
            <a:pPr marL="0" indent="0">
              <a:buNone/>
            </a:pPr>
            <a:r>
              <a:rPr lang="en-US" dirty="0" smtClean="0"/>
              <a:t>• Main Tables: [Table1, Table2]</a:t>
            </a:r>
          </a:p>
          <a:p>
            <a:pPr marL="0" indent="0">
              <a:buNone/>
            </a:pPr>
            <a:r>
              <a:rPr lang="en-US" dirty="0" smtClean="0"/>
              <a:t>• Relationships: [Brief description]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147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Implementation: Module 1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Function: [What it does]</a:t>
            </a:r>
          </a:p>
          <a:p>
            <a:r>
              <a:rPr lang="en-US" dirty="0" smtClean="0"/>
              <a:t>Tech: [Tools used]</a:t>
            </a:r>
          </a:p>
          <a:p>
            <a:r>
              <a:rPr lang="en-US" dirty="0" smtClean="0"/>
              <a:t>Code Snippet: [Insert code]</a:t>
            </a:r>
          </a:p>
          <a:p>
            <a:r>
              <a:rPr lang="en-US" dirty="0" smtClean="0"/>
              <a:t>Screenshot: [Insert image]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8914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Implementation: Module 2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Function: [What it does]</a:t>
            </a:r>
          </a:p>
          <a:p>
            <a:r>
              <a:rPr lang="en-US" smtClean="0"/>
              <a:t>Tech: [Tools used]</a:t>
            </a:r>
          </a:p>
          <a:p>
            <a:r>
              <a:rPr lang="en-US" smtClean="0"/>
              <a:t>Code Snippet: [Insert code]</a:t>
            </a:r>
          </a:p>
          <a:p>
            <a:r>
              <a:rPr lang="en-US" smtClean="0"/>
              <a:t>Screenshot: [Insert image]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294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Results &amp; Outputs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• [Insert screenshot of final output]</a:t>
            </a:r>
          </a:p>
          <a:p>
            <a:pPr marL="0" indent="0">
              <a:buNone/>
            </a:pPr>
            <a:r>
              <a:rPr lang="en-US" dirty="0" smtClean="0"/>
              <a:t>• Key Finding: [Main result achieved]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8266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Testing &amp; Validation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Test Case 1:</a:t>
            </a:r>
          </a:p>
          <a:p>
            <a:pPr marL="0" indent="0">
              <a:buNone/>
            </a:pPr>
            <a:r>
              <a:rPr lang="en-US" dirty="0" smtClean="0"/>
              <a:t>• Expected: [Result]</a:t>
            </a:r>
          </a:p>
          <a:p>
            <a:pPr marL="0" indent="0">
              <a:buNone/>
            </a:pPr>
            <a:r>
              <a:rPr lang="en-US" dirty="0" smtClean="0"/>
              <a:t>• Actual: [Result] ? Pass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Test Case 2:</a:t>
            </a:r>
          </a:p>
          <a:p>
            <a:pPr marL="0" indent="0">
              <a:buNone/>
            </a:pPr>
            <a:r>
              <a:rPr lang="en-US" dirty="0" smtClean="0"/>
              <a:t>• Expected: [Result]</a:t>
            </a:r>
          </a:p>
          <a:p>
            <a:pPr marL="0" indent="0">
              <a:buNone/>
            </a:pPr>
            <a:r>
              <a:rPr lang="en-US" dirty="0" smtClean="0"/>
              <a:t>• Actual: [Result] ? Pass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633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Challenges &amp; Solutions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Challenge 1: [Description]</a:t>
            </a:r>
          </a:p>
          <a:p>
            <a:pPr marL="0" indent="0">
              <a:buNone/>
            </a:pPr>
            <a:r>
              <a:rPr lang="en-US" dirty="0" smtClean="0"/>
              <a:t>? Solution: [How solved]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Challenge 2: [Description]</a:t>
            </a:r>
          </a:p>
          <a:p>
            <a:pPr marL="0" indent="0">
              <a:buNone/>
            </a:pPr>
            <a:r>
              <a:rPr lang="en-US" dirty="0" smtClean="0"/>
              <a:t>? Solution: [How solved]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81733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Team Contribution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Team Member 1: [Name]</a:t>
            </a:r>
          </a:p>
          <a:p>
            <a:pPr marL="0" indent="0">
              <a:buNone/>
            </a:pPr>
            <a:r>
              <a:rPr lang="en-US" dirty="0" smtClean="0"/>
              <a:t>• [Role/Contribution 1]</a:t>
            </a:r>
          </a:p>
          <a:p>
            <a:pPr marL="0" indent="0">
              <a:buNone/>
            </a:pPr>
            <a:r>
              <a:rPr lang="en-US" dirty="0" smtClean="0"/>
              <a:t>• [Role/Contribution 2]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Team Member 2: [Name]</a:t>
            </a:r>
          </a:p>
          <a:p>
            <a:pPr marL="0" indent="0">
              <a:buNone/>
            </a:pPr>
            <a:r>
              <a:rPr lang="en-US" dirty="0" smtClean="0"/>
              <a:t>• [Role/Contribution 1]</a:t>
            </a:r>
          </a:p>
          <a:p>
            <a:pPr marL="0" indent="0">
              <a:buNone/>
            </a:pPr>
            <a:r>
              <a:rPr lang="en-US" dirty="0" smtClean="0"/>
              <a:t>• [Role/Contribution 2]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136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• Achieved: [What was accomplished]</a:t>
            </a:r>
          </a:p>
          <a:p>
            <a:pPr marL="0" indent="0">
              <a:buNone/>
            </a:pPr>
            <a:r>
              <a:rPr lang="en-US" dirty="0" smtClean="0"/>
              <a:t>• Key Takeaways: [Lessons learned]</a:t>
            </a:r>
          </a:p>
          <a:p>
            <a:pPr marL="0" indent="0">
              <a:buNone/>
            </a:pPr>
            <a:r>
              <a:rPr lang="en-US" dirty="0" smtClean="0"/>
              <a:t>• Final Message: [Summary statement]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8260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Future Scope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[Feature enhancement 1]</a:t>
            </a:r>
          </a:p>
          <a:p>
            <a:r>
              <a:rPr lang="en-US" smtClean="0"/>
              <a:t>• [Feature enhancement 2]</a:t>
            </a:r>
          </a:p>
          <a:p>
            <a:r>
              <a:rPr lang="en-US" smtClean="0"/>
              <a:t>• Scalability: [How to scale]</a:t>
            </a:r>
          </a:p>
          <a:p>
            <a:r>
              <a:rPr lang="en-US" smtClean="0"/>
              <a:t>• [New research direction]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391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References:</a:t>
            </a:r>
          </a:p>
          <a:p>
            <a:pPr marL="0" indent="0">
              <a:buNone/>
            </a:pPr>
            <a:r>
              <a:rPr lang="en-US" dirty="0" smtClean="0"/>
              <a:t>• [Source 1]</a:t>
            </a:r>
          </a:p>
          <a:p>
            <a:pPr marL="0" indent="0">
              <a:buNone/>
            </a:pPr>
            <a:r>
              <a:rPr lang="en-US" dirty="0" smtClean="0"/>
              <a:t>• [Source 2]</a:t>
            </a:r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5541083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4400" dirty="0" smtClean="0"/>
              <a:t>Thank You!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6025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ardcover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Hardcover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20</TotalTime>
  <Words>543</Words>
  <Application>Microsoft Office PowerPoint</Application>
  <PresentationFormat>On-screen Show (4:3)</PresentationFormat>
  <Paragraphs>117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Hardcover</vt:lpstr>
      <vt:lpstr> Micro Project Lab Presentation</vt:lpstr>
      <vt:lpstr>Agenda</vt:lpstr>
      <vt:lpstr>Introduction</vt:lpstr>
      <vt:lpstr>Problem Statement</vt:lpstr>
      <vt:lpstr>Objectives</vt:lpstr>
      <vt:lpstr>Scope &amp; Limitations</vt:lpstr>
      <vt:lpstr>Literature Review</vt:lpstr>
      <vt:lpstr>Methodology</vt:lpstr>
      <vt:lpstr>Tools &amp; Technologies</vt:lpstr>
      <vt:lpstr>System Architecture</vt:lpstr>
      <vt:lpstr>Database Design</vt:lpstr>
      <vt:lpstr>Implementation: Module 1</vt:lpstr>
      <vt:lpstr>Implementation: Module 2</vt:lpstr>
      <vt:lpstr>Results &amp; Outputs</vt:lpstr>
      <vt:lpstr>Testing &amp; Validation</vt:lpstr>
      <vt:lpstr>Challenges &amp; Solutions</vt:lpstr>
      <vt:lpstr>Team Contribution</vt:lpstr>
      <vt:lpstr>Conclusion</vt:lpstr>
      <vt:lpstr>Future Scope</vt:lpstr>
      <vt:lpstr>References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 Project Lab</dc:title>
  <dc:creator>SMVEC</dc:creator>
  <cp:lastModifiedBy>SMVEC</cp:lastModifiedBy>
  <cp:revision>12</cp:revision>
  <dcterms:created xsi:type="dcterms:W3CDTF">2026-06-23T04:55:35Z</dcterms:created>
  <dcterms:modified xsi:type="dcterms:W3CDTF">2026-06-23T05:31:10Z</dcterms:modified>
</cp:coreProperties>
</file>