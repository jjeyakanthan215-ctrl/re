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8" r:id="rId27"/>
    <p:sldId id="267" r:id="rId12"/>
    <p:sldId id="279" r:id="rId28"/>
    <p:sldId id="268" r:id="rId13"/>
    <p:sldId id="280" r:id="rId29"/>
    <p:sldId id="281" r:id="rId30"/>
    <p:sldId id="269" r:id="rId14"/>
    <p:sldId id="282" r:id="rId31"/>
    <p:sldId id="283" r:id="rId32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12EF0F9-FED3-47E9-91AD-EC6942E05892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330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09800"/>
            <a:ext cx="8305800" cy="1051131"/>
          </a:xfrm>
        </p:spPr>
        <p:txBody>
          <a:bodyPr/>
          <a:lstStyle/>
          <a:p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400" b="1" dirty="0" smtClean="0">
                <a:solidFill>
                  <a:srgbClr val="FFFF00"/>
                </a:solidFill>
              </a:rPr>
              <a:t>Micro Project Lab Presentation</a:t>
            </a:r>
            <a:endParaRPr 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8471" y="3657600"/>
            <a:ext cx="6400800" cy="2590800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solidFill>
                  <a:srgbClr val="FFFF00"/>
                </a:solidFill>
              </a:rPr>
              <a:t>Course </a:t>
            </a:r>
            <a:r>
              <a:rPr lang="en-US" sz="2000" b="1" dirty="0" smtClean="0">
                <a:solidFill>
                  <a:srgbClr val="FFFF00"/>
                </a:solidFill>
              </a:rPr>
              <a:t>Code: P23MCP204</a:t>
            </a:r>
          </a:p>
          <a:p>
            <a:r>
              <a:rPr lang="en-US" sz="2000" dirty="0" smtClean="0"/>
              <a:t>Team Name: Team ESCTRIX</a:t>
            </a:r>
          </a:p>
          <a:p>
            <a:endParaRPr lang="en-US" sz="2000" dirty="0" smtClean="0"/>
          </a:p>
          <a:p>
            <a:pPr algn="l"/>
            <a:r>
              <a:rPr lang="en-US" sz="2000" dirty="0" smtClean="0"/>
              <a:t>Team Member 1: Jaibl</a:t>
            </a:r>
          </a:p>
          <a:p>
            <a:pPr algn="l"/>
            <a:r>
              <a:rPr lang="en-US" sz="2000" dirty="0" smtClean="0"/>
              <a:t>Reg. No.: 123456</a:t>
            </a:r>
          </a:p>
          <a:p>
            <a:pPr algn="l"/>
            <a:r>
              <a:rPr lang="en-US" sz="2000" dirty="0" smtClean="0"/>
              <a:t>Team Member 2: Jaibl</a:t>
            </a:r>
          </a:p>
          <a:p>
            <a:pPr algn="l"/>
            <a:r>
              <a:rPr lang="en-US" sz="2000" dirty="0" smtClean="0"/>
              <a:t>Reg. No.: 123456</a:t>
            </a:r>
          </a:p>
          <a:p>
            <a:endParaRPr lang="en-US" sz="1600" dirty="0" smtClean="0"/>
          </a:p>
          <a:p>
            <a:endParaRPr 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57200"/>
            <a:ext cx="615315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4800" y="1419225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n w="3175">
                  <a:solidFill>
                    <a:schemeClr val="tx1">
                      <a:alpha val="65000"/>
                    </a:schemeClr>
                  </a:solidFill>
                </a:ln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Department of </a:t>
            </a:r>
            <a:r>
              <a:rPr lang="en-US" sz="4800" dirty="0" smtClean="0">
                <a:ln w="3175">
                  <a:solidFill>
                    <a:schemeClr val="tx1">
                      <a:alpha val="65000"/>
                    </a:schemeClr>
                  </a:solidFill>
                </a:ln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MCA</a:t>
            </a:r>
            <a:endParaRPr lang="en-US" sz="4800" dirty="0">
              <a:ln w="3175">
                <a:solidFill>
                  <a:schemeClr val="tx1">
                    <a:alpha val="65000"/>
                  </a:schemeClr>
                </a:solidFill>
              </a:ln>
              <a:effectLst>
                <a:outerShdw blurRad="25400" dist="12700" dir="14220000" rotWithShape="0">
                  <a:prstClr val="black">
                    <a:alpha val="50000"/>
                  </a:prst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6517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Agenda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Introduction &amp; Problem Statement</a:t>
            </a:r>
          </a:p>
          <a:p>
            <a:r>
              <a:rPr lang="en-US" dirty="0" smtClean="0"/>
              <a:t>Objectives &amp; Scope</a:t>
            </a:r>
          </a:p>
          <a:p>
            <a:r>
              <a:rPr lang="en-US" dirty="0" smtClean="0"/>
              <a:t>Literature Review</a:t>
            </a:r>
          </a:p>
          <a:p>
            <a:r>
              <a:rPr lang="en-US" dirty="0" smtClean="0"/>
              <a:t>Methodology &amp; Tools</a:t>
            </a:r>
          </a:p>
          <a:p>
            <a:r>
              <a:rPr lang="en-US" dirty="0" smtClean="0"/>
              <a:t>System Architecture</a:t>
            </a:r>
          </a:p>
          <a:p>
            <a:r>
              <a:rPr lang="en-US" dirty="0" smtClean="0"/>
              <a:t>Implementation Details</a:t>
            </a:r>
          </a:p>
          <a:p>
            <a:r>
              <a:rPr lang="en-US" dirty="0" smtClean="0"/>
              <a:t>Results &amp; Testing</a:t>
            </a:r>
          </a:p>
          <a:p>
            <a:r>
              <a:rPr lang="en-US" dirty="0" smtClean="0"/>
              <a:t>Challenges &amp; Conclusion</a:t>
            </a:r>
          </a:p>
          <a:p>
            <a:r>
              <a:rPr lang="en-US" smtClean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42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Context: AI-driven Recruitment and Candidate Evaluation Platform</a:t>
            </a:r>
          </a:p>
          <a:p>
            <a:pPr marL="0" indent="0">
              <a:buNone/>
            </a:pPr>
            <a:r>
              <a:rPr lang="en-US" dirty="0" smtClean="0"/>
              <a:t>• Problem: Manual resume screening is time-consuming and subjective.</a:t>
            </a:r>
          </a:p>
          <a:p>
            <a:pPr marL="0" indent="0">
              <a:buNone/>
            </a:pPr>
            <a:r>
              <a:rPr lang="en-US" dirty="0" smtClean="0"/>
              <a:t>• Solution: Resume Sortlist and ATS Score Checker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57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Problem Statement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Recruiters spend too much time screening resumes and conducting initial technical interviews, leading to inefficiencies and bias.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Significance:</a:t>
            </a:r>
          </a:p>
          <a:p>
            <a:pPr marL="0" indent="0">
              <a:buNone/>
            </a:pPr>
            <a:r>
              <a:rPr lang="en-US" dirty="0" smtClean="0"/>
              <a:t>• Automates ATS parsing / Enhances coding tests / Evaluates candidates fairly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055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Develop an AI-based Resume Processor and ATS Checker.</a:t>
            </a:r>
          </a:p>
          <a:p>
            <a:pPr marL="0" indent="0">
              <a:buNone/>
            </a:pPr>
            <a:r>
              <a:rPr lang="en-US" dirty="0" smtClean="0"/>
              <a:t>2. Implement automated Coding tests evaluation.</a:t>
            </a:r>
          </a:p>
          <a:p>
            <a:pPr marL="0" indent="0">
              <a:buNone/>
            </a:pPr>
            <a:r>
              <a:rPr lang="en-US" dirty="0" smtClean="0"/>
              <a:t>3. Create an AI-driven Interview Simulator.</a:t>
            </a:r>
          </a:p>
          <a:p>
            <a:pPr marL="0" indent="0">
              <a:buNone/>
            </a:pPr>
            <a:r>
              <a:rPr lang="en-US" dirty="0" smtClean="0"/>
              <a:t>4. Provide a comprehensive dashboard for candidate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66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Scope &amp; Limitations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 Scope:</a:t>
            </a:r>
          </a:p>
          <a:p>
            <a:pPr marL="0" indent="0">
              <a:buNone/>
            </a:pPr>
            <a:r>
              <a:rPr lang="en-US" dirty="0" smtClean="0"/>
              <a:t>• Resume parsing and ATS scoring.</a:t>
            </a:r>
          </a:p>
          <a:p>
            <a:pPr marL="0" indent="0">
              <a:buNone/>
            </a:pPr>
            <a:r>
              <a:rPr lang="en-US" dirty="0" smtClean="0"/>
              <a:t>• Interactive coding assessments.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Limitations:</a:t>
            </a:r>
          </a:p>
          <a:p>
            <a:pPr marL="0" indent="0">
              <a:buNone/>
            </a:pPr>
            <a:r>
              <a:rPr lang="en-US" dirty="0" smtClean="0"/>
              <a:t>• Dependent on LLM API availability and accuracy.</a:t>
            </a:r>
          </a:p>
          <a:p>
            <a:pPr marL="0" indent="0">
              <a:buNone/>
            </a:pPr>
            <a:r>
              <a:rPr lang="en-US" dirty="0" smtClean="0"/>
              <a:t>• May not evaluate soft skills perfectly.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256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Literature Review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Traditional ATS - Pros: Fast. Cons: Keyword-based, misses context.</a:t>
            </a:r>
          </a:p>
          <a:p>
            <a:pPr marL="0" indent="0">
              <a:buNone/>
            </a:pPr>
            <a:r>
              <a:rPr lang="en-US" dirty="0" smtClean="0"/>
              <a:t>• Manual Interviews - Pros: Accurate. Cons: Time-consuming, prone to bias.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Gap: An integrated platform offering both ATS checking and AI interviews.</a:t>
            </a:r>
          </a:p>
          <a:p>
            <a:pPr marL="0" indent="0">
              <a:buNone/>
            </a:pPr>
            <a:r>
              <a:rPr lang="en-US" dirty="0" smtClean="0"/>
              <a:t>Our Solution: Our platform combines ATS evaluation with automated technical interviewing.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17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Methodology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Approach: Agile Methodology</a:t>
            </a:r>
          </a:p>
          <a:p>
            <a:pPr marL="0" indent="0">
              <a:buNone/>
            </a:pPr>
            <a:r>
              <a:rPr lang="en-US" dirty="0" smtClean="0"/>
              <a:t>• Planning ? Design ? Development ? Testing ? Deployment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45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Tools &amp; Technologies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Frontend: HTML, CSS, JavaScript, Bootstrap</a:t>
            </a:r>
          </a:p>
          <a:p>
            <a:pPr marL="0" indent="0">
              <a:buNone/>
            </a:pPr>
            <a:r>
              <a:rPr lang="en-US" dirty="0" smtClean="0"/>
              <a:t>• Backend: Python, Flask framework</a:t>
            </a:r>
          </a:p>
          <a:p>
            <a:pPr marL="0" indent="0">
              <a:buNone/>
            </a:pPr>
            <a:r>
              <a:rPr lang="en-US" dirty="0" smtClean="0"/>
              <a:t>• Database: SQLite (esctrix.db)</a:t>
            </a:r>
            <a:r>
              <a:rPr lang="en-US" dirty="0" err="1" smtClean="0"/>
              <a:t/>
            </a:r>
            <a:r>
              <a:rPr lang="en-US" dirty="0" smtClean="0"/>
              <a:t/>
            </a:r>
          </a:p>
          <a:p>
            <a:pPr marL="0" indent="0">
              <a:buNone/>
            </a:pPr>
            <a:r>
              <a:rPr lang="en-US" dirty="0" smtClean="0"/>
              <a:t>• Other: VS Code, Git, Google Gemini API</a:t>
            </a:r>
            <a:r>
              <a:rPr lang="en-US" dirty="0" err="1" smtClean="0"/>
              <a:t/>
            </a:r>
            <a:r>
              <a:rPr lang="en-US" dirty="0" smtClean="0"/>
              <a:t/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69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Architecture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Modules:</a:t>
            </a:r>
          </a:p>
          <a:p>
            <a:pPr marL="0" indent="0">
              <a:buNone/>
            </a:pPr>
            <a:r>
              <a:rPr lang="en-US" dirty="0" smtClean="0"/>
              <a:t>• Module 1: Resume Upload &amp; ATS Parsing</a:t>
            </a:r>
          </a:p>
          <a:p>
            <a:pPr marL="0" indent="0">
              <a:buNone/>
            </a:pPr>
            <a:r>
              <a:rPr lang="en-US" dirty="0" smtClean="0"/>
              <a:t>• Module 2: Resume Upload &amp; ATS Parsing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157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Database Design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• ER Diagram: </a:t>
            </a:r>
          </a:p>
          <a:p>
            <a:pPr marL="0" indent="0">
              <a:buNone/>
            </a:pPr>
            <a:r>
              <a:rPr lang="en-US" dirty="0" smtClean="0"/>
              <a:t>• Main Tables: Users, Resumes, InterviewResults</a:t>
            </a:r>
          </a:p>
          <a:p>
            <a:pPr marL="0" indent="0">
              <a:buNone/>
            </a:pPr>
            <a:r>
              <a:rPr lang="en-US" dirty="0" smtClean="0"/>
              <a:t>• Relationships: Relational mappings between candidate profiles and their test 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47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Implementation: Module 1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Function: ATS / Interview Evaluator</a:t>
            </a:r>
          </a:p>
          <a:p>
            <a:r>
              <a:rPr lang="en-US" dirty="0" smtClean="0"/>
              <a:t>Tech: Python, Flask, Gemini API</a:t>
            </a:r>
          </a:p>
          <a:p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914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Implementation: Module 2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Function: ATS / Interview Evaluator</a:t>
            </a:r>
          </a:p>
          <a:p>
            <a:r>
              <a:rPr lang="en-US" smtClean="0"/>
              <a:t>Tech: Python, Flask, Gemini API</a:t>
            </a:r>
          </a:p>
          <a:p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94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Results &amp; Outputs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• </a:t>
            </a:r>
          </a:p>
          <a:p>
            <a:pPr marL="0" indent="0">
              <a:buNone/>
            </a:pPr>
            <a:r>
              <a:rPr lang="en-US" dirty="0" smtClean="0"/>
              <a:t>• Key Finding: Successfully automated candidate screening, generating detailed ATS and interview scorecards.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26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Testing &amp; Validation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Test Case 1:</a:t>
            </a:r>
          </a:p>
          <a:p>
            <a:pPr marL="0" indent="0">
              <a:buNone/>
            </a:pPr>
            <a:r>
              <a:rPr lang="en-US" dirty="0" smtClean="0"/>
              <a:t>• Expected: Verified working properly</a:t>
            </a:r>
          </a:p>
          <a:p>
            <a:pPr marL="0" indent="0">
              <a:buNone/>
            </a:pPr>
            <a:r>
              <a:rPr lang="en-US" dirty="0" smtClean="0"/>
              <a:t>• Actual: Verified working properly ? Pass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Test Case 2:</a:t>
            </a:r>
          </a:p>
          <a:p>
            <a:pPr marL="0" indent="0">
              <a:buNone/>
            </a:pPr>
            <a:r>
              <a:rPr lang="en-US" dirty="0" smtClean="0"/>
              <a:t>• Expected: Verified working properly</a:t>
            </a:r>
          </a:p>
          <a:p>
            <a:pPr marL="0" indent="0">
              <a:buNone/>
            </a:pPr>
            <a:r>
              <a:rPr lang="en-US" dirty="0" smtClean="0"/>
              <a:t>• Actual: Verified working properly ? Pass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63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Challenges &amp; Solutions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Challenge 1: Resume Upload &amp; ATS Parsing</a:t>
            </a:r>
          </a:p>
          <a:p>
            <a:pPr marL="0" indent="0">
              <a:buNone/>
            </a:pPr>
            <a:r>
              <a:rPr lang="en-US" dirty="0" smtClean="0"/>
              <a:t>? Solution: Fine-tuned Gemini API prompts for structured JSON.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Challenge 2: Resume Upload &amp; ATS Parsing</a:t>
            </a:r>
          </a:p>
          <a:p>
            <a:pPr marL="0" indent="0">
              <a:buNone/>
            </a:pPr>
            <a:r>
              <a:rPr lang="en-US" dirty="0" smtClean="0"/>
              <a:t>? Solution: Fine-tuned Gemini API prompts for structured JSON.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173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Team Contribution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Team Member 1: Jaibl</a:t>
            </a:r>
          </a:p>
          <a:p>
            <a:pPr marL="0" indent="0">
              <a:buNone/>
            </a:pPr>
            <a:r>
              <a:rPr lang="en-US" dirty="0" smtClean="0"/>
              <a:t>• Backend Development</a:t>
            </a:r>
          </a:p>
          <a:p>
            <a:pPr marL="0" indent="0">
              <a:buNone/>
            </a:pPr>
            <a:r>
              <a:rPr lang="en-US" dirty="0" smtClean="0"/>
              <a:t>• AI Integration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Team Member 2: Jaibl</a:t>
            </a:r>
          </a:p>
          <a:p>
            <a:pPr marL="0" indent="0">
              <a:buNone/>
            </a:pPr>
            <a:r>
              <a:rPr lang="en-US" dirty="0" smtClean="0"/>
              <a:t>• Backend Development</a:t>
            </a:r>
          </a:p>
          <a:p>
            <a:pPr marL="0" indent="0">
              <a:buNone/>
            </a:pPr>
            <a:r>
              <a:rPr lang="en-US" dirty="0" smtClean="0"/>
              <a:t>• AI Integration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13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Achieved: Built an end-to-end automated recruitment platform.</a:t>
            </a:r>
          </a:p>
          <a:p>
            <a:pPr marL="0" indent="0">
              <a:buNone/>
            </a:pPr>
            <a:r>
              <a:rPr lang="en-US" dirty="0" smtClean="0"/>
              <a:t>• Key Takeaways: Integrated LLMs effectively into a web application.</a:t>
            </a:r>
          </a:p>
          <a:p>
            <a:pPr marL="0" indent="0">
              <a:buNone/>
            </a:pPr>
            <a:r>
              <a:rPr lang="en-US" dirty="0" smtClean="0"/>
              <a:t>• Final Message: Resume Sortlist streamlines hiring, making it fairer and faster.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826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Future Scope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Add video interview analysis (facial expression, tone).</a:t>
            </a:r>
          </a:p>
          <a:p>
            <a:r>
              <a:rPr lang="en-US" smtClean="0"/>
              <a:t>• Integrate with LinkedIn and major job boards.</a:t>
            </a:r>
          </a:p>
          <a:p>
            <a:r>
              <a:rPr lang="en-US" smtClean="0"/>
              <a:t>• Scalability: Migrate to cloud infrastructure (AWS/GCP) with scalable databases.</a:t>
            </a:r>
          </a:p>
          <a:p>
            <a:r>
              <a:rPr lang="en-US" smtClean="0"/>
              <a:t>• Predict candidate retention using Machine Learning.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39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References:</a:t>
            </a:r>
          </a:p>
          <a:p>
            <a:pPr marL="0" indent="0">
              <a:buNone/>
            </a:pPr>
            <a:r>
              <a:rPr lang="en-US" dirty="0" smtClean="0"/>
              <a:t>• Flask Documentation: flask.palletsprojects.com</a:t>
            </a:r>
          </a:p>
          <a:p>
            <a:pPr marL="0" indent="0">
              <a:buNone/>
            </a:pPr>
            <a:r>
              <a:rPr lang="en-US" dirty="0" smtClean="0"/>
              <a:t>• Google Gemini API Docs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54108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400" dirty="0" smtClean="0"/>
              <a:t>Thank You!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602523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</a:t>
            </a:r>
          </a:p>
        </p:txBody>
      </p:sp>
      <p:pic>
        <p:nvPicPr>
          <p:cNvPr id="3" name="Picture 2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ER Diagram</a:t>
            </a:r>
          </a:p>
        </p:txBody>
      </p:sp>
      <p:pic>
        <p:nvPicPr>
          <p:cNvPr id="3" name="Picture 2" descr="db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Code: ATS Checker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def check_ats_score(file_path, job_description):</a:t>
            </a:r>
          </a:p>
          <a:p>
            <a:pPr>
              <a:defRPr sz="1600">
                <a:latin typeface="Courier New"/>
              </a:defRPr>
            </a:pPr>
            <a:r>
              <a:t>    text = extract_text(file_path)</a:t>
            </a:r>
          </a:p>
          <a:p>
            <a:pPr>
              <a:defRPr sz="1600">
                <a:latin typeface="Courier New"/>
              </a:defRPr>
            </a:pPr>
            <a:r>
              <a:t>    </a:t>
            </a:r>
          </a:p>
          <a:p>
            <a:pPr>
              <a:defRPr sz="1600">
                <a:latin typeface="Courier New"/>
              </a:defRPr>
            </a:pPr>
            <a:r>
              <a:t>    # 1. Keyword Match Score Calculation</a:t>
            </a:r>
          </a:p>
          <a:p>
            <a:pPr>
              <a:defRPr sz="1600">
                <a:latin typeface="Courier New"/>
              </a:defRPr>
            </a:pPr>
            <a:r>
              <a:t>    matched = sorted(list(candidate_skills.intersection(jd_skills)))</a:t>
            </a:r>
          </a:p>
          <a:p>
            <a:pPr>
              <a:defRPr sz="1600">
                <a:latin typeface="Courier New"/>
              </a:defRPr>
            </a:pPr>
            <a:r>
              <a:t>    keyword_score = (len(matched) / len(jd_skills)) * 25</a:t>
            </a:r>
          </a:p>
          <a:p>
            <a:pPr>
              <a:defRPr sz="1600">
                <a:latin typeface="Courier New"/>
              </a:defRPr>
            </a:pPr>
            <a:r>
              <a:t>        </a:t>
            </a:r>
          </a:p>
          <a:p>
            <a:pPr>
              <a:defRPr sz="1600">
                <a:latin typeface="Courier New"/>
              </a:defRPr>
            </a:pPr>
            <a:r>
              <a:t>    # 2. Experience Relevance Validation</a:t>
            </a:r>
          </a:p>
          <a:p>
            <a:pPr>
              <a:defRPr sz="1600">
                <a:latin typeface="Courier New"/>
              </a:defRPr>
            </a:pPr>
            <a:r>
              <a:t>    jd_exp = extract_experience_years(job_description)</a:t>
            </a:r>
          </a:p>
          <a:p>
            <a:pPr>
              <a:defRPr sz="1600">
                <a:latin typeface="Courier New"/>
              </a:defRPr>
            </a:pPr>
            <a:r>
              <a:t>    res_exp = extract_experience_years(text)</a:t>
            </a:r>
          </a:p>
          <a:p>
            <a:pPr>
              <a:defRPr sz="1600">
                <a:latin typeface="Courier New"/>
              </a:defRPr>
            </a:pPr>
            <a:r>
              <a:t>    exp_score = 15 if res_exp &gt;= jd_exp else 7</a:t>
            </a:r>
          </a:p>
          <a:p>
            <a:pPr>
              <a:defRPr sz="1600">
                <a:latin typeface="Courier New"/>
              </a:defRPr>
            </a:pPr>
            <a:r>
              <a:t>    </a:t>
            </a:r>
          </a:p>
          <a:p>
            <a:pPr>
              <a:defRPr sz="1600">
                <a:latin typeface="Courier New"/>
              </a:defRPr>
            </a:pPr>
            <a:r>
              <a:t>    total_score = keyword_score + exp_score + section_score</a:t>
            </a:r>
          </a:p>
          <a:p>
            <a:pPr>
              <a:defRPr sz="1600">
                <a:latin typeface="Courier New"/>
              </a:defRPr>
            </a:pPr>
            <a:r>
              <a:t>    return {"total_score": total_score, "matched_skills": matched}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&amp; Module UI: Login Page</a:t>
            </a:r>
          </a:p>
        </p:txBody>
      </p:sp>
      <p:pic>
        <p:nvPicPr>
          <p:cNvPr id="3" name="Picture 2" descr="screenshot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Code: Interview Evaluation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@interview_bp.route('/api/submit_interview', methods=['POST'])</a:t>
            </a:r>
          </a:p>
          <a:p>
            <a:pPr>
              <a:defRPr sz="1600">
                <a:latin typeface="Courier New"/>
              </a:defRPr>
            </a:pPr>
            <a:r>
              <a:t>def submit_interview():</a:t>
            </a:r>
          </a:p>
          <a:p>
            <a:pPr>
              <a:defRPr sz="1600">
                <a:latin typeface="Courier New"/>
              </a:defRPr>
            </a:pPr>
            <a:r>
              <a:t>    data = request.json</a:t>
            </a:r>
          </a:p>
          <a:p>
            <a:pPr>
              <a:defRPr sz="1600">
                <a:latin typeface="Courier New"/>
              </a:defRPr>
            </a:pPr>
            <a:r>
              <a:t>    transcribed_text = data.get("transcribed_text")</a:t>
            </a:r>
          </a:p>
          <a:p>
            <a:pPr>
              <a:defRPr sz="1600">
                <a:latin typeface="Courier New"/>
              </a:defRPr>
            </a:pPr>
            <a:r>
              <a:t>    question = data.get("question")</a:t>
            </a:r>
          </a:p>
          <a:p>
            <a:pPr>
              <a:defRPr sz="1600">
                <a:latin typeface="Courier New"/>
              </a:defRPr>
            </a:pPr>
            <a:r>
              <a:t>    </a:t>
            </a:r>
          </a:p>
          <a:p>
            <a:pPr>
              <a:defRPr sz="1600">
                <a:latin typeface="Courier New"/>
              </a:defRPr>
            </a:pPr>
            <a:r>
              <a:t>    # AI-Driven Evaluation Using Google Gemini</a:t>
            </a:r>
          </a:p>
          <a:p>
            <a:pPr>
              <a:defRPr sz="1600">
                <a:latin typeface="Courier New"/>
              </a:defRPr>
            </a:pPr>
            <a:r>
              <a:t>    evaluation = evaluate_answer_with_gemini(transcribed_text, question)</a:t>
            </a:r>
          </a:p>
          <a:p>
            <a:pPr>
              <a:defRPr sz="1600">
                <a:latin typeface="Courier New"/>
              </a:defRPr>
            </a:pPr>
            <a:r>
              <a:t>    </a:t>
            </a:r>
          </a:p>
          <a:p>
            <a:pPr>
              <a:defRPr sz="1600">
                <a:latin typeface="Courier New"/>
              </a:defRPr>
            </a:pPr>
            <a:r>
              <a:t>    score = evaluation.get("score")</a:t>
            </a:r>
          </a:p>
          <a:p>
            <a:pPr>
              <a:defRPr sz="1600">
                <a:latin typeface="Courier New"/>
              </a:defRPr>
            </a:pPr>
            <a:r>
              <a:t>    feedback = evaluation.get("feedback")</a:t>
            </a:r>
          </a:p>
          <a:p>
            <a:pPr>
              <a:defRPr sz="1600">
                <a:latin typeface="Courier New"/>
              </a:defRPr>
            </a:pPr>
            <a:r>
              <a:t>    </a:t>
            </a:r>
          </a:p>
          <a:p>
            <a:pPr>
              <a:defRPr sz="1600">
                <a:latin typeface="Courier New"/>
              </a:defRPr>
            </a:pPr>
            <a:r>
              <a:t>    return jsonify({</a:t>
            </a:r>
          </a:p>
          <a:p>
            <a:pPr>
              <a:defRPr sz="1600">
                <a:latin typeface="Courier New"/>
              </a:defRPr>
            </a:pPr>
            <a:r>
              <a:t>        "status": "success", "score": score, "feedback": feedback</a:t>
            </a:r>
          </a:p>
          <a:p>
            <a:pPr>
              <a:defRPr sz="1600">
                <a:latin typeface="Courier New"/>
              </a:defRPr>
            </a:pPr>
            <a:r>
              <a:t>    })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Home Dashboard</a:t>
            </a:r>
          </a:p>
        </p:txBody>
      </p:sp>
      <p:pic>
        <p:nvPicPr>
          <p:cNvPr id="3" name="Picture 2" descr="screen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Hardcover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</TotalTime>
  <Words>543</Words>
  <Application>Microsoft Office PowerPoint</Application>
  <PresentationFormat>On-screen Show (4:3)</PresentationFormat>
  <Paragraphs>117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Hardcover</vt:lpstr>
      <vt:lpstr> Micro Project Lab Presentation</vt:lpstr>
      <vt:lpstr>Agenda</vt:lpstr>
      <vt:lpstr>Introduction</vt:lpstr>
      <vt:lpstr>Problem Statement</vt:lpstr>
      <vt:lpstr>Objectives</vt:lpstr>
      <vt:lpstr>Scope &amp; Limitations</vt:lpstr>
      <vt:lpstr>Literature Review</vt:lpstr>
      <vt:lpstr>Methodology</vt:lpstr>
      <vt:lpstr>Tools &amp; Technologies</vt:lpstr>
      <vt:lpstr>System Architecture</vt:lpstr>
      <vt:lpstr>Database Design</vt:lpstr>
      <vt:lpstr>Implementation: Module 1</vt:lpstr>
      <vt:lpstr>Implementation: Module 2</vt:lpstr>
      <vt:lpstr>Results &amp; Outputs</vt:lpstr>
      <vt:lpstr>Testing &amp; Validation</vt:lpstr>
      <vt:lpstr>Challenges &amp; Solutions</vt:lpstr>
      <vt:lpstr>Team Contribution</vt:lpstr>
      <vt:lpstr>Conclusion</vt:lpstr>
      <vt:lpstr>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 Project Lab</dc:title>
  <dc:creator>SMVEC</dc:creator>
  <cp:lastModifiedBy>SMVEC</cp:lastModifiedBy>
  <cp:revision>12</cp:revision>
  <dcterms:created xsi:type="dcterms:W3CDTF">2026-06-23T04:55:35Z</dcterms:created>
  <dcterms:modified xsi:type="dcterms:W3CDTF">2026-06-23T05:31:10Z</dcterms:modified>
</cp:coreProperties>
</file>